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9" d="100"/>
          <a:sy n="159" d="100"/>
        </p:scale>
        <p:origin x="336" y="13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CE54DF-4A91-0554-5206-0C95795616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44E7CF5-F6C2-58F8-1030-ACCA999196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A0AA42A-C5B0-E67F-0C1E-E0AAEC107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72E2-BE2D-4B27-9720-C3F401AFEB75}" type="datetimeFigureOut">
              <a:rPr lang="ru-RU" smtClean="0"/>
              <a:t>29.11.2025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EE27422-D92B-C0D0-BBEC-4A4D230E9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F6DE9D1-D8F3-196E-572A-3EF0D14B9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2702A-ED09-4AC5-993F-42691F6DFBA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99077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ECB145-893E-3C6B-888D-FF488434F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8FA196F-5149-5E64-10E1-3C51D23E42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5AF6150-2661-02FB-0EDF-AD6AAB737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72E2-BE2D-4B27-9720-C3F401AFEB75}" type="datetimeFigureOut">
              <a:rPr lang="ru-RU" smtClean="0"/>
              <a:t>29.11.2025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24CC803-9641-3CF5-CF71-41D9DC847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1ADA5CD-5857-6A2A-465A-0C37F816F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2702A-ED09-4AC5-993F-42691F6DFBA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76908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2ECCCA-CD40-F41E-788E-282449674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3DD7505-FFBF-1F39-7C92-0864F6B517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62AE2F3-39D6-3FBF-7352-01017289F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72E2-BE2D-4B27-9720-C3F401AFEB75}" type="datetimeFigureOut">
              <a:rPr lang="ru-RU" smtClean="0"/>
              <a:t>29.11.2025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97FF664-91FF-478B-767F-2C2F5B1FF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968EDD1-9656-1F5F-98C4-5E24525E5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2702A-ED09-4AC5-993F-42691F6DFBA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99115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74E2A9-F709-460F-200E-E378FD1FD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A82E4CF-3EF2-627F-3CE6-45871C974A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045D401-C48F-015B-8D51-A34E91581E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B862797-ED54-5ECC-B83D-A7A778A31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72E2-BE2D-4B27-9720-C3F401AFEB75}" type="datetimeFigureOut">
              <a:rPr lang="ru-RU" smtClean="0"/>
              <a:t>29.11.2025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C1E05C1-2695-36BC-411B-E672A146B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DF807FC-E62B-3E24-40F1-A7075D89C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2702A-ED09-4AC5-993F-42691F6DFBA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18827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677C62-2BAC-E0A1-1ED0-997DBAC4A7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394BACD-AAD4-D0AB-208C-16FE03AA43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9F00C55-8AE6-C4B1-B67D-2FEE48A02B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E1B50B38-09D2-CC4C-12FE-69E685A868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9D2F183-0A50-5593-43F5-FFA3819076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D83864BA-1BB5-8A0C-91DA-B581D12AD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72E2-BE2D-4B27-9720-C3F401AFEB75}" type="datetimeFigureOut">
              <a:rPr lang="ru-RU" smtClean="0"/>
              <a:t>29.11.2025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96D3243-3BB8-2E4F-B854-8432051A4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3972D450-6A20-3A35-6C0C-A08C6D2E1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2702A-ED09-4AC5-993F-42691F6DFBA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62961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854AD1-3A89-E139-AAC7-6EFFC417C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1841763-5553-ECFC-A7D2-DC91C1AED4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72E2-BE2D-4B27-9720-C3F401AFEB75}" type="datetimeFigureOut">
              <a:rPr lang="ru-RU" smtClean="0"/>
              <a:t>29.11.2025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80D232E-79F6-9CC7-370A-163E37454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1BCC966-53E8-144C-936E-AB0F7F693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2702A-ED09-4AC5-993F-42691F6DFBA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06072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A3869CB5-9A59-7BF0-A398-DD8229FDC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72E2-BE2D-4B27-9720-C3F401AFEB75}" type="datetimeFigureOut">
              <a:rPr lang="ru-RU" smtClean="0"/>
              <a:t>29.11.2025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D6663477-D34B-EEEA-DA75-0731ECA5A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7A64DD0-C448-1811-765F-38BC02C0D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2702A-ED09-4AC5-993F-42691F6DFBA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85502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8D0EF3-F20A-0981-3DB5-78AD7E8DA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49C7DA0-1429-DF3A-1DC4-E3F36979B5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8C9E0CA-9749-58FF-FC38-40D6B5E1F1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4989B11-E3AE-60F1-B0E8-CA00404A9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72E2-BE2D-4B27-9720-C3F401AFEB75}" type="datetimeFigureOut">
              <a:rPr lang="ru-RU" smtClean="0"/>
              <a:t>29.11.2025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A68B05B-948A-97A1-82D8-9D5D7C424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A3388D2-4817-A42C-85B3-A6D2F3393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2702A-ED09-4AC5-993F-42691F6DFBA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30118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0D2E02-4CC7-AB05-CBB2-6EE53894A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3D278C3-A754-CF1E-D8BB-C701FF1ACD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94EB9A8-3D7A-4E4C-0D10-0C29F83D10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9F86563-4937-C98D-454E-8FA0707D1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72E2-BE2D-4B27-9720-C3F401AFEB75}" type="datetimeFigureOut">
              <a:rPr lang="ru-RU" smtClean="0"/>
              <a:t>29.11.2025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A654D0B-858A-0CF0-53DF-82A31646A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F59C23C-7CE0-FA27-F459-A710680A3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2702A-ED09-4AC5-993F-42691F6DFBA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4796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313BEF-D4A1-D1A9-0EC9-CD39E6D1C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365886E-F02A-9596-82DE-5940479542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0231AEE-77E7-4B65-D414-0C634B83F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72E2-BE2D-4B27-9720-C3F401AFEB75}" type="datetimeFigureOut">
              <a:rPr lang="ru-RU" smtClean="0"/>
              <a:t>29.11.2025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607D49F-5DF0-1092-02B8-5293E542E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183ABD6-F89B-6069-769B-C540B6A87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2702A-ED09-4AC5-993F-42691F6DFBA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3347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10752BBE-7895-6639-0C43-42056CA7E1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55B8D66-36E0-E537-0A83-268EC02134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D0FB738-F83E-9590-1666-DE9657175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72E2-BE2D-4B27-9720-C3F401AFEB75}" type="datetimeFigureOut">
              <a:rPr lang="ru-RU" smtClean="0"/>
              <a:t>29.11.2025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B45D1EC-F39C-058A-314F-E3051710C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008E2F3-A361-54AD-A06E-9A58F1C68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2702A-ED09-4AC5-993F-42691F6DFBA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6309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5EF4BC-4C98-F9EE-CE41-CCC731A84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7A9D009-5D72-838C-01F7-00D4A8769B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1842243-28B8-214B-2995-8C12B6BE77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8072E2-BE2D-4B27-9720-C3F401AFEB75}" type="datetimeFigureOut">
              <a:rPr lang="ru-RU" smtClean="0"/>
              <a:t>29.11.2025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2984D1C-7D07-DA59-7628-41A65EB373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76F3E88-ED21-8401-63B3-60256BFEAB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E2702A-ED09-4AC5-993F-42691F6DFBA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74512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93F420A-BA40-BE91-6FF9-E3FB8E7F08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7921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8231909-1C8C-0C63-30B8-BBD7CE90A0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5899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EC8DC71-B476-1D88-FCB5-611A4E61C8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25046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D67F215-DA1A-AA88-7E0E-D46D56FE16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01830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7C23990-50AA-1048-F68A-3D2773C82B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89934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0D862A1-654B-7C9F-5423-125EA2ECF1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3112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89F9155-5F23-89A1-5F95-0A814358BC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7253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Широкоэкранный</PresentationFormat>
  <Paragraphs>0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Dima Zhukov</dc:creator>
  <cp:lastModifiedBy>Dima Zhukov</cp:lastModifiedBy>
  <cp:revision>1</cp:revision>
  <dcterms:created xsi:type="dcterms:W3CDTF">2025-11-29T15:55:58Z</dcterms:created>
  <dcterms:modified xsi:type="dcterms:W3CDTF">2025-11-29T15:58:21Z</dcterms:modified>
</cp:coreProperties>
</file>